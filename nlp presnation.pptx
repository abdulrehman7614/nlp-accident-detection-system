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8" d="100"/>
          <a:sy n="68" d="100"/>
        </p:scale>
        <p:origin x="58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4BA8E-9E14-661C-FE70-D10470C422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Accident Detection in NLP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9B464D-91D3-28D5-C005-331277679B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By:  </a:t>
            </a:r>
            <a:r>
              <a:rPr lang="en-US" sz="2000" b="1" dirty="0" err="1"/>
              <a:t>abdul</a:t>
            </a:r>
            <a:r>
              <a:rPr lang="en-US" sz="2000" b="1" dirty="0"/>
              <a:t> </a:t>
            </a:r>
            <a:r>
              <a:rPr lang="en-US" sz="2000" b="1" dirty="0" err="1"/>
              <a:t>rehman</a:t>
            </a:r>
            <a:r>
              <a:rPr lang="en-US" sz="2000" b="1" dirty="0"/>
              <a:t> 7617 </a:t>
            </a:r>
          </a:p>
          <a:p>
            <a:r>
              <a:rPr lang="en-US" sz="2000" b="1" dirty="0"/>
              <a:t>                           m tayyab    7141</a:t>
            </a:r>
          </a:p>
        </p:txBody>
      </p:sp>
    </p:spTree>
    <p:extLst>
      <p:ext uri="{BB962C8B-B14F-4D97-AF65-F5344CB8AC3E}">
        <p14:creationId xmlns:p14="http://schemas.microsoft.com/office/powerpoint/2010/main" val="387087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7C368-0E6E-82AA-4694-910A95FBF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613A2-E3B8-46C2-F8B5-AA553E9FC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Accident Detection in NLP is an Artificial Intelligence based system that automatically identifies accident-related information from textual data.</a:t>
            </a:r>
          </a:p>
          <a:p>
            <a:r>
              <a:rPr lang="en-US" dirty="0"/>
              <a:t>The system uses Natural Language Processing (NLP) and Machine Learning algorithms to analyze text from:</a:t>
            </a:r>
          </a:p>
          <a:p>
            <a:r>
              <a:rPr lang="en-US" dirty="0"/>
              <a:t>Traffic reports</a:t>
            </a:r>
          </a:p>
          <a:p>
            <a:r>
              <a:rPr lang="en-US" dirty="0"/>
              <a:t>Social media posts</a:t>
            </a:r>
          </a:p>
          <a:p>
            <a:r>
              <a:rPr lang="en-US" dirty="0"/>
              <a:t>Emergency messages</a:t>
            </a:r>
          </a:p>
          <a:p>
            <a:r>
              <a:rPr lang="en-US" dirty="0"/>
              <a:t>News articles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7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1198-29B6-CD23-65E3-31B5BF68A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B2583-FB07-F45F-E5DC-00A6825B5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Manual monitoring of accident-related reports is:</a:t>
            </a:r>
          </a:p>
          <a:p>
            <a:r>
              <a:rPr lang="en-US" dirty="0"/>
              <a:t>Time-consuming</a:t>
            </a:r>
          </a:p>
          <a:p>
            <a:r>
              <a:rPr lang="en-US" dirty="0"/>
              <a:t>Slow</a:t>
            </a:r>
          </a:p>
          <a:p>
            <a:r>
              <a:rPr lang="en-US" dirty="0"/>
              <a:t>Inefficient</a:t>
            </a:r>
          </a:p>
          <a:p>
            <a:r>
              <a:rPr lang="en-US" dirty="0"/>
              <a:t>Error-prone</a:t>
            </a:r>
          </a:p>
          <a:p>
            <a:r>
              <a:rPr lang="en-US" dirty="0"/>
              <a:t>Important accident information may be delayed or missed.</a:t>
            </a:r>
          </a:p>
          <a:p>
            <a:r>
              <a:rPr lang="en-US" dirty="0"/>
              <a:t>An automated NLP-based system is required for:</a:t>
            </a:r>
          </a:p>
          <a:p>
            <a:r>
              <a:rPr lang="en-US" dirty="0"/>
              <a:t>Faster detection</a:t>
            </a:r>
          </a:p>
          <a:p>
            <a:r>
              <a:rPr lang="en-US" dirty="0"/>
              <a:t>Better monitoring</a:t>
            </a:r>
          </a:p>
          <a:p>
            <a:r>
              <a:rPr lang="en-US" dirty="0"/>
              <a:t>Real-time analysis</a:t>
            </a:r>
          </a:p>
          <a:p>
            <a:r>
              <a:rPr lang="en-US" dirty="0"/>
              <a:t>Improved emergency response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37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9D57D-653F-ADF5-4948-D86BD8E1F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03644-007A-899B-4A38-49CD6C9EE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Main Objectives</a:t>
            </a:r>
          </a:p>
          <a:p>
            <a:r>
              <a:rPr lang="en-US" dirty="0"/>
              <a:t>Detect accident-related text automatically</a:t>
            </a:r>
          </a:p>
          <a:p>
            <a:r>
              <a:rPr lang="en-US" dirty="0"/>
              <a:t>Improve emergency response efficiency</a:t>
            </a:r>
          </a:p>
          <a:p>
            <a:r>
              <a:rPr lang="en-US" dirty="0"/>
              <a:t>Reduce manual monitoring efforts</a:t>
            </a:r>
          </a:p>
          <a:p>
            <a:r>
              <a:rPr lang="en-US" dirty="0"/>
              <a:t>Build a smart NLP classification system</a:t>
            </a:r>
          </a:p>
          <a:p>
            <a:r>
              <a:rPr lang="en-US" dirty="0"/>
              <a:t>Achieve high prediction accuracy</a:t>
            </a:r>
          </a:p>
          <a:p>
            <a:r>
              <a:rPr lang="en-US" dirty="0"/>
              <a:t>Enable real-time text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944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F501F-CFA5-3E79-5012-10D5DAB81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26EEC-5577-5497-DDDD-D9F0CA4E2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Problems in Existing Systems</a:t>
            </a:r>
          </a:p>
          <a:p>
            <a:r>
              <a:rPr lang="en-US" dirty="0"/>
              <a:t>Manual analysis of reports</a:t>
            </a:r>
          </a:p>
          <a:p>
            <a:r>
              <a:rPr lang="en-US" dirty="0"/>
              <a:t>Slow accident identification</a:t>
            </a:r>
          </a:p>
          <a:p>
            <a:r>
              <a:rPr lang="en-US" dirty="0"/>
              <a:t>Human errors</a:t>
            </a:r>
          </a:p>
          <a:p>
            <a:r>
              <a:rPr lang="en-US" dirty="0"/>
              <a:t>No real-time monitoring</a:t>
            </a:r>
          </a:p>
          <a:p>
            <a:r>
              <a:rPr lang="en-US" dirty="0"/>
              <a:t>Difficult handling of large data</a:t>
            </a:r>
          </a:p>
          <a:p>
            <a:r>
              <a:rPr lang="en-US" b="1" dirty="0"/>
              <a:t>Limitations</a:t>
            </a:r>
          </a:p>
          <a:p>
            <a:r>
              <a:rPr lang="en-US" dirty="0"/>
              <a:t>Delayed emergency response </a:t>
            </a:r>
          </a:p>
          <a:p>
            <a:r>
              <a:rPr lang="en-US" dirty="0"/>
              <a:t>High operational </a:t>
            </a:r>
          </a:p>
          <a:p>
            <a:r>
              <a:rPr lang="en-US" dirty="0"/>
              <a:t> cost Low efficiency</a:t>
            </a:r>
          </a:p>
        </p:txBody>
      </p:sp>
    </p:spTree>
    <p:extLst>
      <p:ext uri="{BB962C8B-B14F-4D97-AF65-F5344CB8AC3E}">
        <p14:creationId xmlns:p14="http://schemas.microsoft.com/office/powerpoint/2010/main" val="2452430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74120-E284-D637-A04D-73FF6D5A3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9DF04-AF12-6AE9-E076-F4C2CCC2D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proposed system uses:</a:t>
            </a:r>
          </a:p>
          <a:p>
            <a:r>
              <a:rPr lang="en-US" dirty="0"/>
              <a:t>Natural Language Processing</a:t>
            </a:r>
          </a:p>
          <a:p>
            <a:r>
              <a:rPr lang="en-US" dirty="0"/>
              <a:t>Machine Learning</a:t>
            </a:r>
          </a:p>
          <a:p>
            <a:r>
              <a:rPr lang="en-US" dirty="0"/>
              <a:t>Text Classification</a:t>
            </a:r>
          </a:p>
          <a:p>
            <a:r>
              <a:rPr lang="en-US" b="1" dirty="0"/>
              <a:t>Key Benefits</a:t>
            </a:r>
          </a:p>
          <a:p>
            <a:r>
              <a:rPr lang="en-US" dirty="0"/>
              <a:t>Automated accident detection</a:t>
            </a:r>
          </a:p>
          <a:p>
            <a:r>
              <a:rPr lang="en-US" dirty="0"/>
              <a:t>Fast text analysis</a:t>
            </a:r>
          </a:p>
          <a:p>
            <a:r>
              <a:rPr lang="en-US" dirty="0"/>
              <a:t>High accuracy predictions</a:t>
            </a:r>
          </a:p>
          <a:p>
            <a:r>
              <a:rPr lang="en-US" dirty="0"/>
              <a:t>Real-time monitoring</a:t>
            </a:r>
          </a:p>
          <a:p>
            <a:r>
              <a:rPr lang="en-US" dirty="0"/>
              <a:t>Scalable architecture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923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7B03B-99F1-D265-9FD4-DC7B22691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Technologies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133B3-401E-304B-2CC6-F0CBB9B66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Programming Languages</a:t>
            </a:r>
          </a:p>
          <a:p>
            <a:r>
              <a:rPr lang="en-US" dirty="0"/>
              <a:t>Python</a:t>
            </a:r>
          </a:p>
          <a:p>
            <a:r>
              <a:rPr lang="en-US" dirty="0"/>
              <a:t>JavaScript</a:t>
            </a:r>
          </a:p>
          <a:p>
            <a:r>
              <a:rPr lang="en-US" b="1" dirty="0"/>
              <a:t>Libraries &amp; Frameworks</a:t>
            </a:r>
          </a:p>
          <a:p>
            <a:r>
              <a:rPr lang="en-US" dirty="0"/>
              <a:t>Scikit-learn</a:t>
            </a:r>
          </a:p>
          <a:p>
            <a:r>
              <a:rPr lang="en-US" dirty="0"/>
              <a:t>TensorFlow</a:t>
            </a:r>
          </a:p>
          <a:p>
            <a:r>
              <a:rPr lang="en-US" dirty="0"/>
              <a:t>Pandas</a:t>
            </a:r>
          </a:p>
          <a:p>
            <a:r>
              <a:rPr lang="en-US" dirty="0"/>
              <a:t>NumPy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754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A1708-66C8-2CB5-46E0-8A6FAFACD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2186C-1524-2147-6E74-64A47D525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Workflow</a:t>
            </a:r>
          </a:p>
          <a:p>
            <a:r>
              <a:rPr lang="en-US" dirty="0"/>
              <a:t>Input Text ↓ Text Preprocessing ↓ Feature Extraction ↓ Machine Learning Model ↓ Prediction Result ↓ Output Display</a:t>
            </a:r>
          </a:p>
          <a:p>
            <a:r>
              <a:rPr lang="en-US" b="1" dirty="0"/>
              <a:t>Components</a:t>
            </a:r>
          </a:p>
          <a:p>
            <a:r>
              <a:rPr lang="en-US" dirty="0"/>
              <a:t>Input Module</a:t>
            </a:r>
          </a:p>
          <a:p>
            <a:r>
              <a:rPr lang="en-US" dirty="0"/>
              <a:t>NLP Processing Module</a:t>
            </a:r>
          </a:p>
          <a:p>
            <a:r>
              <a:rPr lang="en-US" dirty="0"/>
              <a:t>ML Classification Module</a:t>
            </a:r>
          </a:p>
          <a:p>
            <a:r>
              <a:rPr lang="en-US" dirty="0"/>
              <a:t>Output Module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303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0803-04C6-641D-645F-36DE6E81C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NLP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FC4C7-D2F4-4B01-C8E9-8A1591EBF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NLP Preprocessing Steps</a:t>
            </a:r>
          </a:p>
          <a:p>
            <a:r>
              <a:rPr lang="en-US" b="1" dirty="0"/>
              <a:t>Text Processing Techniques</a:t>
            </a:r>
          </a:p>
          <a:p>
            <a:r>
              <a:rPr lang="en-US" dirty="0"/>
              <a:t>Tokenization</a:t>
            </a:r>
          </a:p>
          <a:p>
            <a:r>
              <a:rPr lang="en-US" dirty="0"/>
              <a:t>Stop-word Removal</a:t>
            </a:r>
          </a:p>
          <a:p>
            <a:r>
              <a:rPr lang="en-US" dirty="0"/>
              <a:t>Stemming</a:t>
            </a:r>
          </a:p>
          <a:p>
            <a:r>
              <a:rPr lang="en-US" dirty="0"/>
              <a:t>Lemmatization</a:t>
            </a:r>
          </a:p>
          <a:p>
            <a:r>
              <a:rPr lang="en-US" dirty="0"/>
              <a:t>Text Cleaning</a:t>
            </a:r>
          </a:p>
          <a:p>
            <a:r>
              <a:rPr lang="en-US" dirty="0"/>
              <a:t>Feature Extraction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584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A7B17-AE2B-F1D6-472B-99D55950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Dataset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5973C-5E39-5027-DBC1-6EED24687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Data Sources</a:t>
            </a:r>
          </a:p>
          <a:p>
            <a:r>
              <a:rPr lang="en-US" dirty="0"/>
              <a:t>Traffic reports</a:t>
            </a:r>
          </a:p>
          <a:p>
            <a:r>
              <a:rPr lang="en-US" dirty="0"/>
              <a:t>News articles</a:t>
            </a:r>
          </a:p>
          <a:p>
            <a:r>
              <a:rPr lang="en-US" dirty="0"/>
              <a:t>Emergency alerts</a:t>
            </a:r>
          </a:p>
          <a:p>
            <a:r>
              <a:rPr lang="en-US" dirty="0"/>
              <a:t>Social media posts</a:t>
            </a:r>
          </a:p>
          <a:p>
            <a:r>
              <a:rPr lang="en-US" b="1" dirty="0"/>
              <a:t>Dataset Categories</a:t>
            </a:r>
          </a:p>
          <a:p>
            <a:r>
              <a:rPr lang="en-US" dirty="0"/>
              <a:t>Accident-related text</a:t>
            </a:r>
          </a:p>
          <a:p>
            <a:r>
              <a:rPr lang="en-US" dirty="0"/>
              <a:t>Non-accident text</a:t>
            </a:r>
          </a:p>
          <a:p>
            <a:r>
              <a:rPr lang="en-US" b="1" dirty="0"/>
              <a:t>Data Preparation</a:t>
            </a:r>
          </a:p>
          <a:p>
            <a:r>
              <a:rPr lang="en-US" dirty="0"/>
              <a:t>Cleaning</a:t>
            </a:r>
          </a:p>
          <a:p>
            <a:r>
              <a:rPr lang="en-US" dirty="0"/>
              <a:t>Labeling</a:t>
            </a:r>
          </a:p>
          <a:p>
            <a:r>
              <a:rPr lang="en-US" dirty="0"/>
              <a:t>Preprocessing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900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A12EE-2D04-7A9D-F92A-717197925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Machine Learning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21039-B353-EA95-250B-094C51146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Models Used</a:t>
            </a:r>
          </a:p>
          <a:p>
            <a:r>
              <a:rPr lang="en-US" b="1" dirty="0"/>
              <a:t>Logistic Regression</a:t>
            </a:r>
          </a:p>
          <a:p>
            <a:r>
              <a:rPr lang="en-US" dirty="0"/>
              <a:t>Fast and efficient</a:t>
            </a:r>
          </a:p>
          <a:p>
            <a:r>
              <a:rPr lang="en-US" b="1" dirty="0"/>
              <a:t>Random Forest</a:t>
            </a:r>
          </a:p>
          <a:p>
            <a:r>
              <a:rPr lang="en-US" dirty="0"/>
              <a:t>High accuracy</a:t>
            </a:r>
          </a:p>
          <a:p>
            <a:r>
              <a:rPr lang="en-US" dirty="0"/>
              <a:t>Better performance</a:t>
            </a:r>
          </a:p>
          <a:p>
            <a:r>
              <a:rPr lang="en-US" b="1" dirty="0"/>
              <a:t>Support Vector Machine (SVM)</a:t>
            </a:r>
          </a:p>
          <a:p>
            <a:r>
              <a:rPr lang="en-US" dirty="0"/>
              <a:t>Effective text </a:t>
            </a:r>
            <a:r>
              <a:rPr lang="en-US" dirty="0" err="1"/>
              <a:t>classificatio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722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E9638-829E-432E-75A5-0BF674523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444E6-7F20-F977-6BA1-722044627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Real-time text analysis </a:t>
            </a:r>
          </a:p>
          <a:p>
            <a:r>
              <a:rPr lang="en-US" dirty="0"/>
              <a:t>Intelligent accident detection</a:t>
            </a:r>
          </a:p>
          <a:p>
            <a:r>
              <a:rPr lang="en-US" dirty="0"/>
              <a:t>NLP preprocessing pipeline</a:t>
            </a:r>
          </a:p>
          <a:p>
            <a:r>
              <a:rPr lang="en-US" dirty="0"/>
              <a:t>Fast prediction system</a:t>
            </a:r>
          </a:p>
          <a:p>
            <a:r>
              <a:rPr lang="en-US" dirty="0"/>
              <a:t>User-friendly interface</a:t>
            </a:r>
          </a:p>
          <a:p>
            <a:r>
              <a:rPr lang="en-US" dirty="0"/>
              <a:t>Scalable architecture</a:t>
            </a:r>
          </a:p>
          <a:p>
            <a:r>
              <a:rPr lang="en-US" dirty="0"/>
              <a:t>High accuracy results</a:t>
            </a:r>
          </a:p>
        </p:txBody>
      </p:sp>
    </p:spTree>
    <p:extLst>
      <p:ext uri="{BB962C8B-B14F-4D97-AF65-F5344CB8AC3E}">
        <p14:creationId xmlns:p14="http://schemas.microsoft.com/office/powerpoint/2010/main" val="2158330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DF56F-7B5A-7FC3-530D-B84061B09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527E7-5B09-E48B-7836-78A3C3083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Faster accident detection</a:t>
            </a:r>
          </a:p>
          <a:p>
            <a:r>
              <a:rPr lang="en-US" dirty="0"/>
              <a:t>Reduced manual work</a:t>
            </a:r>
          </a:p>
          <a:p>
            <a:r>
              <a:rPr lang="en-US" dirty="0"/>
              <a:t>Improved emergency response</a:t>
            </a:r>
          </a:p>
          <a:p>
            <a:r>
              <a:rPr lang="en-US" dirty="0"/>
              <a:t>Accurate predictions</a:t>
            </a:r>
          </a:p>
          <a:p>
            <a:r>
              <a:rPr lang="en-US" dirty="0"/>
              <a:t>Easy to use</a:t>
            </a:r>
          </a:p>
          <a:p>
            <a:r>
              <a:rPr lang="en-US" dirty="0"/>
              <a:t>Handles large-scale data</a:t>
            </a:r>
          </a:p>
          <a:p>
            <a:r>
              <a:rPr lang="en-US" dirty="0"/>
              <a:t>Cost-effective solution</a:t>
            </a:r>
          </a:p>
        </p:txBody>
      </p:sp>
    </p:spTree>
    <p:extLst>
      <p:ext uri="{BB962C8B-B14F-4D97-AF65-F5344CB8AC3E}">
        <p14:creationId xmlns:p14="http://schemas.microsoft.com/office/powerpoint/2010/main" val="263620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FE46C-A8EA-6B7C-906C-472A3F373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3CAB2-F220-E53D-6135-DDDB3F292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Accident Detection in NLP project demonstrates how Artificial Intelligence and Natural Language Processing can automate accident identification from text.</a:t>
            </a:r>
          </a:p>
          <a:p>
            <a:r>
              <a:rPr lang="en-US" dirty="0"/>
              <a:t>The system improves:</a:t>
            </a:r>
          </a:p>
          <a:p>
            <a:r>
              <a:rPr lang="en-US" dirty="0"/>
              <a:t>Emergency response</a:t>
            </a:r>
          </a:p>
          <a:p>
            <a:r>
              <a:rPr lang="en-US" dirty="0"/>
              <a:t>Monitoring efficiency</a:t>
            </a:r>
          </a:p>
          <a:p>
            <a:r>
              <a:rPr lang="en-US" dirty="0"/>
              <a:t>Prediction accuracy</a:t>
            </a:r>
          </a:p>
          <a:p>
            <a:r>
              <a:rPr lang="en-US" dirty="0"/>
              <a:t>Real-time accident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3366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{926661DE-C99C-4DE8-AAA4-10E173A9D69D}TF229edf6a-8a49-49ee-a0a6-5037052947485fb3ca0c-bc27bf41d645</Template>
  <TotalTime>17</TotalTime>
  <Words>376</Words>
  <Application>Microsoft Office PowerPoint</Application>
  <PresentationFormat>Widescreen</PresentationFormat>
  <Paragraphs>123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Ion Boardroom</vt:lpstr>
      <vt:lpstr>Accident Detection in NLP</vt:lpstr>
      <vt:lpstr>Introduction</vt:lpstr>
      <vt:lpstr>Problem Statement</vt:lpstr>
      <vt:lpstr>Objectives</vt:lpstr>
      <vt:lpstr>Existing System</vt:lpstr>
      <vt:lpstr>Proposed System</vt:lpstr>
      <vt:lpstr>Technologies </vt:lpstr>
      <vt:lpstr>System Architecture</vt:lpstr>
      <vt:lpstr>NLP Preprocessing</vt:lpstr>
      <vt:lpstr>Dataset Information</vt:lpstr>
      <vt:lpstr>Machine Learning Models</vt:lpstr>
      <vt:lpstr>Features</vt:lpstr>
      <vt:lpstr>Advantages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 tayyab</dc:creator>
  <cp:lastModifiedBy>m tayyab</cp:lastModifiedBy>
  <cp:revision>1</cp:revision>
  <dcterms:created xsi:type="dcterms:W3CDTF">2026-05-13T17:31:46Z</dcterms:created>
  <dcterms:modified xsi:type="dcterms:W3CDTF">2026-05-13T17:48:46Z</dcterms:modified>
</cp:coreProperties>
</file>